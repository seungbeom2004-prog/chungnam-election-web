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675"/>
  </p:normalViewPr>
  <p:slideViewPr>
    <p:cSldViewPr snapToGrid="0">
      <p:cViewPr varScale="1">
        <p:scale>
          <a:sx n="95" d="100"/>
          <a:sy n="95" d="100"/>
        </p:scale>
        <p:origin x="200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1FD975-3341-E52C-07B5-A42682F2A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6E54FF-538F-8FD6-727F-77A17B5C85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5DC87-BB03-EEBB-4278-97BF23BCF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96DE3-0862-694F-A01A-77D3FE7C1A2E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888D69-6C2F-FC02-F870-C5D066DB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30C184-A84B-EC6D-4399-1ED29609B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D4282-602C-2D48-9754-718164D7E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63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85CC79-57F6-CF00-5298-EBD999924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29A7EB-D014-23C2-1F66-692F946EA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2B38F8-51DC-AFBA-45FE-1150609EF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96DE3-0862-694F-A01A-77D3FE7C1A2E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6B9A44-992C-0A4D-3A3E-E16FB5C7F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CB3D66-FE42-5D89-8192-56DE91C09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D4282-602C-2D48-9754-718164D7E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499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4FE4C6-3F05-3F26-7511-6BE0432A5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087F5F-EA62-7173-116C-ADCA7B765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7E5D77-276A-8C04-DE4D-49D8BE042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96DE3-0862-694F-A01A-77D3FE7C1A2E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DF09F5-4198-F6FD-21D4-1B5B862A8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B568F1-D4EB-5120-448E-09938AF85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D4282-602C-2D48-9754-718164D7E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976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378AC4-3801-55D0-2094-D9A3E56FC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BFA887-505C-BA42-CE3E-3FCAE8DEF8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15501BC-8A89-3ECF-51D5-7C9E155EE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D72634-A161-5F7D-6F20-8BED5C8FB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96DE3-0862-694F-A01A-77D3FE7C1A2E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8FC158-5AC1-2E6D-A951-F377CF47B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ED6801-B886-ECB7-BAED-080821F24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D4282-602C-2D48-9754-718164D7E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634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787872-5131-ABC7-15BE-42F30218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52B464-BE84-9762-D1D7-E278BCA1E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DF9533-8951-65A6-2CB2-472DF18CA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DF90B3D-D684-3F08-DF70-D072B21A84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B3D5ACC-2E09-7850-BCA1-92D6532052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4F8D94B-C71D-DB18-A9C1-BE45765AA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96DE3-0862-694F-A01A-77D3FE7C1A2E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AD4659-1928-6073-D431-CD3A6D000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2556886-7AD7-E0E9-08B5-C0973D500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D4282-602C-2D48-9754-718164D7E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901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EDFE97-1DB3-7C13-CCBC-B6E0CF50C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712B2E-B90E-4F08-0C2F-2080DD990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96DE3-0862-694F-A01A-77D3FE7C1A2E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38E5EC-40C5-435F-D23A-3B52CDF95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6538ADB-1AF1-4C91-9301-68A9A7742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D4282-602C-2D48-9754-718164D7E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674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2CBA8FB-175F-F262-3C46-2860FB3A1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96DE3-0862-694F-A01A-77D3FE7C1A2E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B5EE8FD-C0DE-10AF-605E-D7FFF3DF6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C77D0F-90DE-13D6-1268-F1E7CEFF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D4282-602C-2D48-9754-718164D7E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613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8C389F-1B85-D05C-65B4-56F1B6332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AC08D4-91F2-8B85-EE5D-752942A91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9CC6D4-4CF1-28FF-4891-92394119B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FF4480-AA14-C1D7-3803-D5E2C6325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96DE3-0862-694F-A01A-77D3FE7C1A2E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C5099C-8FF3-B609-8ACA-AC4E055D8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1A1666-1B84-7653-5B11-50BE9DF54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D4282-602C-2D48-9754-718164D7E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808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8C4A1-FC52-753E-F44E-9445CEFB6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9EB507F-F1D5-0A39-4185-CB8EAFDC55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5DFE2A-EEE6-2C8E-772F-613504517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D4D8F2-FDFA-2777-19FD-0A3AEF4C5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96DE3-0862-694F-A01A-77D3FE7C1A2E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58B255-1FD1-68BE-60F7-8A8E42A1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DDA6B6-F5DC-E823-7EA9-A59C3F223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D4282-602C-2D48-9754-718164D7E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918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E8EC9C-836E-D142-1A53-FEEB8B760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024E16-AC2F-A185-D3A2-5DBCBBA06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543B0F-321C-9512-ADB7-4B01356FD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96DE3-0862-694F-A01A-77D3FE7C1A2E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A3EF3B-8D2C-73F1-B83B-C18D433E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5AEB32-FB09-60B5-8D7B-F166F5C11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D4282-602C-2D48-9754-718164D7E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653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60F39DC-CB73-12E7-2582-FF3F07BA64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37E434-7641-43A8-73F9-444B58C73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60C637-5168-2B77-02B2-50FC5160C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96DE3-0862-694F-A01A-77D3FE7C1A2E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0E0977-3C41-63C3-BBC5-F3E598F24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B455B8-8BF7-FDA4-456B-758A61479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D4282-602C-2D48-9754-718164D7E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374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92E0725-F99C-F318-A5F1-0D98937B5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B3C735-4D82-C443-61AF-6630D5B00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060409-787C-280D-D0D6-5F6E9D7C8C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B96DE3-0862-694F-A01A-77D3FE7C1A2E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7FDC51-4364-5840-058D-E36507C6F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57CD9F-2F7F-36AC-8E88-6EB32727B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7D4282-602C-2D48-9754-718164D7E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131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9CE57-C5F8-898E-DD83-0C72D64C6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지도, 텍스트, 아틀라스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70D7CE-059F-79BA-BA31-1C80B22F5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685800"/>
            <a:ext cx="6934200" cy="5486400"/>
          </a:xfrm>
          <a:prstGeom prst="rect">
            <a:avLst/>
          </a:prstGeom>
        </p:spPr>
      </p:pic>
      <p:pic>
        <p:nvPicPr>
          <p:cNvPr id="7" name="그림 6" descr="인간의 얼굴, 의류, 사람, 미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6CAA13-9F0C-C993-1E49-93FDB5DDB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971" y="2316163"/>
            <a:ext cx="1376083" cy="1350189"/>
          </a:xfrm>
          <a:prstGeom prst="roundRect">
            <a:avLst>
              <a:gd name="adj" fmla="val 20086"/>
            </a:avLst>
          </a:prstGeom>
          <a:ln w="57150">
            <a:solidFill>
              <a:schemeClr val="bg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B8D643-E78A-B482-802B-B9593A15C9F9}"/>
              </a:ext>
            </a:extLst>
          </p:cNvPr>
          <p:cNvSpPr txBox="1"/>
          <p:nvPr/>
        </p:nvSpPr>
        <p:spPr>
          <a:xfrm>
            <a:off x="4812971" y="3848464"/>
            <a:ext cx="1376083" cy="578882"/>
          </a:xfrm>
          <a:prstGeom prst="roundRect">
            <a:avLst/>
          </a:prstGeom>
          <a:solidFill>
            <a:schemeClr val="bg1"/>
          </a:solidFill>
          <a:ln w="444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latin typeface="Apple SD Gothic Neo Heavy" panose="02000300000000000000" pitchFamily="2" charset="-127"/>
                <a:ea typeface="Apple SD Gothic Neo Heavy" panose="02000300000000000000" pitchFamily="2" charset="-127"/>
              </a:rPr>
              <a:t>손승범</a:t>
            </a:r>
            <a:endParaRPr lang="en-US" altLang="ko-KR" sz="2800" b="1" dirty="0">
              <a:latin typeface="Apple SD Gothic Neo Heavy" panose="02000300000000000000" pitchFamily="2" charset="-127"/>
              <a:ea typeface="Apple SD Gothic Neo Heavy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6618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965CC-F1D1-2FD1-D916-4CE70D81E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지도, 텍스트, 아틀라스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7C655D-55FA-418B-5BFA-45E398E2B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685800"/>
            <a:ext cx="6934200" cy="5486400"/>
          </a:xfrm>
          <a:prstGeom prst="rect">
            <a:avLst/>
          </a:prstGeom>
        </p:spPr>
      </p:pic>
      <p:pic>
        <p:nvPicPr>
          <p:cNvPr id="7" name="그림 6" descr="인간의 얼굴, 의류, 사람, 미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422BC7-80FA-BF37-D12A-7BB4CBD10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500" y="2525036"/>
            <a:ext cx="1036500" cy="1016996"/>
          </a:xfrm>
          <a:prstGeom prst="roundRect">
            <a:avLst>
              <a:gd name="adj" fmla="val 20086"/>
            </a:avLst>
          </a:prstGeom>
          <a:ln w="57150">
            <a:solidFill>
              <a:schemeClr val="bg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52B20B-6059-E65C-B57F-FB871B8AE9DD}"/>
              </a:ext>
            </a:extLst>
          </p:cNvPr>
          <p:cNvSpPr txBox="1"/>
          <p:nvPr/>
        </p:nvSpPr>
        <p:spPr>
          <a:xfrm>
            <a:off x="4452651" y="3740888"/>
            <a:ext cx="2250198" cy="1225868"/>
          </a:xfrm>
          <a:prstGeom prst="roundRect">
            <a:avLst/>
          </a:prstGeom>
          <a:solidFill>
            <a:schemeClr val="bg1"/>
          </a:solidFill>
          <a:ln w="444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latin typeface="Apple SD Gothic Neo Heavy" panose="02000300000000000000" pitchFamily="2" charset="-127"/>
                <a:ea typeface="Apple SD Gothic Neo Heavy" panose="02000300000000000000" pitchFamily="2" charset="-127"/>
              </a:rPr>
              <a:t>손승범</a:t>
            </a:r>
            <a:endParaRPr lang="en-US" altLang="ko-KR" sz="2800" b="1" dirty="0">
              <a:latin typeface="Apple SD Gothic Neo Heavy" panose="02000300000000000000" pitchFamily="2" charset="-127"/>
              <a:ea typeface="Apple SD Gothic Neo Heavy" panose="02000300000000000000" pitchFamily="2" charset="-127"/>
            </a:endParaRPr>
          </a:p>
          <a:p>
            <a:pPr algn="ctr"/>
            <a:endParaRPr lang="en-US" altLang="ko-KR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lang="ko-KR" altLang="en-US" sz="12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천안시의회의원선거 출마예정자</a:t>
            </a:r>
            <a:endParaRPr lang="en-US" altLang="ko-KR" sz="12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lang="ko-KR" altLang="en-US" sz="12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다선거구</a:t>
            </a:r>
            <a:endParaRPr lang="en-US" altLang="ko-KR" sz="12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523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지도, 텍스트, 아틀라스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A48EEE-389C-2154-CE49-A0904E6D8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685800"/>
            <a:ext cx="6934200" cy="5486400"/>
          </a:xfrm>
          <a:prstGeom prst="rect">
            <a:avLst/>
          </a:prstGeom>
        </p:spPr>
      </p:pic>
      <p:pic>
        <p:nvPicPr>
          <p:cNvPr id="7" name="그림 6" descr="인간의 얼굴, 의류, 사람, 미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1AB319-0B8E-E37B-86CE-01C545763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971" y="2316163"/>
            <a:ext cx="1376083" cy="1350189"/>
          </a:xfrm>
          <a:prstGeom prst="roundRect">
            <a:avLst>
              <a:gd name="adj" fmla="val 20086"/>
            </a:avLst>
          </a:prstGeom>
          <a:ln w="57150">
            <a:solidFill>
              <a:schemeClr val="bg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410329-7691-A5AA-C696-E1D97628F327}"/>
              </a:ext>
            </a:extLst>
          </p:cNvPr>
          <p:cNvSpPr txBox="1"/>
          <p:nvPr/>
        </p:nvSpPr>
        <p:spPr>
          <a:xfrm>
            <a:off x="4103392" y="3861911"/>
            <a:ext cx="2795240" cy="1975009"/>
          </a:xfrm>
          <a:prstGeom prst="roundRect">
            <a:avLst/>
          </a:prstGeom>
          <a:solidFill>
            <a:schemeClr val="bg1"/>
          </a:solidFill>
          <a:ln w="444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latin typeface="Apple SD Gothic Neo Heavy" panose="02000300000000000000" pitchFamily="2" charset="-127"/>
                <a:ea typeface="Apple SD Gothic Neo Heavy" panose="02000300000000000000" pitchFamily="2" charset="-127"/>
              </a:rPr>
              <a:t>손승범</a:t>
            </a:r>
            <a:endParaRPr lang="en-US" altLang="ko-KR" sz="2800" b="1" dirty="0">
              <a:latin typeface="Apple SD Gothic Neo Heavy" panose="02000300000000000000" pitchFamily="2" charset="-127"/>
              <a:ea typeface="Apple SD Gothic Neo Heavy" panose="02000300000000000000" pitchFamily="2" charset="-127"/>
            </a:endParaRPr>
          </a:p>
          <a:p>
            <a:pPr algn="ctr"/>
            <a:endParaRPr lang="en-US" altLang="ko-KR" sz="1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lang="ko-KR" altLang="en-US" sz="12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천안시의회의원선거 출마예정자</a:t>
            </a:r>
            <a:endParaRPr lang="en-US" altLang="ko-KR" sz="12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lang="ko-KR" altLang="en-US" sz="12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다선거구</a:t>
            </a:r>
            <a:endParaRPr lang="en-US" altLang="ko-KR" sz="12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endParaRPr lang="en-US" altLang="ko-KR" sz="12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lang="en-US" altLang="ko-KR" sz="1400" b="1" dirty="0">
                <a:solidFill>
                  <a:schemeClr val="accent2"/>
                </a:solidFill>
                <a:latin typeface="Apple SD Gothic Neo ExtraBold" panose="02000300000000000000" pitchFamily="2" charset="-127"/>
                <a:ea typeface="Apple SD Gothic Neo ExtraBold" panose="02000300000000000000" pitchFamily="2" charset="-127"/>
              </a:rPr>
              <a:t>“</a:t>
            </a:r>
            <a:r>
              <a:rPr lang="ko-KR" altLang="en-US" sz="1400" b="1" dirty="0">
                <a:solidFill>
                  <a:schemeClr val="accent2"/>
                </a:solidFill>
                <a:latin typeface="Apple SD Gothic Neo ExtraBold" panose="02000300000000000000" pitchFamily="2" charset="-127"/>
                <a:ea typeface="Apple SD Gothic Neo ExtraBold" panose="02000300000000000000" pitchFamily="2" charset="-127"/>
              </a:rPr>
              <a:t>천안을 사랑하는 </a:t>
            </a:r>
            <a:endParaRPr lang="en-US" altLang="ko-KR" sz="1400" b="1" dirty="0">
              <a:solidFill>
                <a:schemeClr val="accent2"/>
              </a:solidFill>
              <a:latin typeface="Apple SD Gothic Neo ExtraBold" panose="02000300000000000000" pitchFamily="2" charset="-127"/>
              <a:ea typeface="Apple SD Gothic Neo ExtraBold" panose="02000300000000000000" pitchFamily="2" charset="-127"/>
            </a:endParaRPr>
          </a:p>
          <a:p>
            <a:pPr algn="ctr"/>
            <a:r>
              <a:rPr lang="ko-KR" altLang="en-US" sz="1400" b="1" dirty="0" err="1">
                <a:solidFill>
                  <a:schemeClr val="accent2"/>
                </a:solidFill>
                <a:latin typeface="Apple SD Gothic Neo ExtraBold" panose="02000300000000000000" pitchFamily="2" charset="-127"/>
                <a:ea typeface="Apple SD Gothic Neo ExtraBold" panose="02000300000000000000" pitchFamily="2" charset="-127"/>
              </a:rPr>
              <a:t>용기있는</a:t>
            </a:r>
            <a:r>
              <a:rPr lang="ko-KR" altLang="en-US" sz="1400" b="1" dirty="0">
                <a:solidFill>
                  <a:schemeClr val="accent2"/>
                </a:solidFill>
                <a:latin typeface="Apple SD Gothic Neo ExtraBold" panose="02000300000000000000" pitchFamily="2" charset="-127"/>
                <a:ea typeface="Apple SD Gothic Neo ExtraBold" panose="02000300000000000000" pitchFamily="2" charset="-127"/>
              </a:rPr>
              <a:t> 선택</a:t>
            </a:r>
            <a:r>
              <a:rPr lang="en-US" altLang="ko-KR" sz="1400" b="1" dirty="0">
                <a:solidFill>
                  <a:schemeClr val="accent2"/>
                </a:solidFill>
                <a:latin typeface="Apple SD Gothic Neo ExtraBold" panose="02000300000000000000" pitchFamily="2" charset="-127"/>
                <a:ea typeface="Apple SD Gothic Neo ExtraBold" panose="02000300000000000000" pitchFamily="2" charset="-127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3913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15</Words>
  <Application>Microsoft Macintosh PowerPoint</Application>
  <PresentationFormat>와이드스크린</PresentationFormat>
  <Paragraphs>12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맑은 고딕</vt:lpstr>
      <vt:lpstr>Apple SD Gothic Neo</vt:lpstr>
      <vt:lpstr>Apple SD Gothic Neo ExtraBold</vt:lpstr>
      <vt:lpstr>APPLE SD GOTHIC NEO HEAVY</vt:lpstr>
      <vt:lpstr>APPLE SD GOTHIC NEO HEAVY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SeungBeom Son</dc:creator>
  <cp:lastModifiedBy>SeungBeom Son</cp:lastModifiedBy>
  <cp:revision>1</cp:revision>
  <dcterms:created xsi:type="dcterms:W3CDTF">2026-03-05T01:19:52Z</dcterms:created>
  <dcterms:modified xsi:type="dcterms:W3CDTF">2026-03-05T03:45:48Z</dcterms:modified>
</cp:coreProperties>
</file>